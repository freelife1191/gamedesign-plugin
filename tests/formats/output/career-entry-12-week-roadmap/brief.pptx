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a8ce41b4af409f" /><Relationship Type="http://schemas.openxmlformats.org/officeDocument/2006/relationships/extended-properties" Target="/docProps/app.xml" Id="R52cab9945e734fdf" /><Relationship Type="http://schemas.openxmlformats.org/officeDocument/2006/relationships/officeDocument" Target="/ppt/presentation.xml" Id="Rfedfc452f25b41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e78ca7a9724b06"/>
  </p:sldMasterIdLst>
  <p:notesMasterIdLst>
    <p:notesMasterId xmlns:r="http://schemas.openxmlformats.org/officeDocument/2006/relationships" r:id="R698b0e659b6a4a69"/>
  </p:notesMasterIdLst>
  <p:sldIdLst>
    <p:sldId xmlns:r="http://schemas.openxmlformats.org/officeDocument/2006/relationships" id="256" r:id="R99e4f08f82734e91"/>
    <p:sldId xmlns:r="http://schemas.openxmlformats.org/officeDocument/2006/relationships" id="257" r:id="R6148ef0c483d4599"/>
    <p:sldId xmlns:r="http://schemas.openxmlformats.org/officeDocument/2006/relationships" id="258" r:id="R5a723ca1b7e245b8"/>
    <p:sldId xmlns:r="http://schemas.openxmlformats.org/officeDocument/2006/relationships" id="259" r:id="R306bf8865b104046"/>
    <p:sldId xmlns:r="http://schemas.openxmlformats.org/officeDocument/2006/relationships" id="260" r:id="R891fc2c3355741fb"/>
    <p:sldId xmlns:r="http://schemas.openxmlformats.org/officeDocument/2006/relationships" id="261" r:id="Rc8330041faa14c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2380ce3f2864d16" /><Relationship Type="http://schemas.openxmlformats.org/officeDocument/2006/relationships/slideMaster" Target="/ppt/slideMasters/slideMaster1.xml" Id="Ra6e78ca7a9724b06" /><Relationship Type="http://schemas.openxmlformats.org/officeDocument/2006/relationships/notesMaster" Target="/ppt/notesMasters/notesMaster1.xml" Id="R698b0e659b6a4a69" /><Relationship Type="http://schemas.openxmlformats.org/officeDocument/2006/relationships/presProps" Target="/ppt/presProps.xml" Id="R2b5672655ab84df0" /><Relationship Type="http://schemas.openxmlformats.org/officeDocument/2006/relationships/tableStyles" Target="/ppt/tableStyles.xml" Id="R2d826bf0db2a4a67" /><Relationship Type="http://schemas.openxmlformats.org/officeDocument/2006/relationships/slide" Target="/ppt/slides/slide1.xml" Id="R99e4f08f82734e91" /><Relationship Type="http://schemas.openxmlformats.org/officeDocument/2006/relationships/slide" Target="/ppt/slides/slide2.xml" Id="R6148ef0c483d4599" /><Relationship Type="http://schemas.openxmlformats.org/officeDocument/2006/relationships/slide" Target="/ppt/slides/slide3.xml" Id="R5a723ca1b7e245b8" /><Relationship Type="http://schemas.openxmlformats.org/officeDocument/2006/relationships/slide" Target="/ppt/slides/slide4.xml" Id="R306bf8865b104046" /><Relationship Type="http://schemas.openxmlformats.org/officeDocument/2006/relationships/slide" Target="/ppt/slides/slide5.xml" Id="R891fc2c3355741fb" /><Relationship Type="http://schemas.openxmlformats.org/officeDocument/2006/relationships/slide" Target="/ppt/slides/slide6.xml" Id="Rc8330041faa14c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d7038a55b64d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e1379056eb43fd" /><Relationship Type="http://schemas.openxmlformats.org/officeDocument/2006/relationships/notesMaster" Target="/ppt/notesMasters/notesMaster1.xml" Id="R9b31c6dc8cdf40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0e2efaf57e48e3" /><Relationship Type="http://schemas.openxmlformats.org/officeDocument/2006/relationships/notesMaster" Target="/ppt/notesMasters/notesMaster1.xml" Id="Rdf8b2699506848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e10bdf5acb74184" /><Relationship Type="http://schemas.openxmlformats.org/officeDocument/2006/relationships/notesMaster" Target="/ppt/notesMasters/notesMaster1.xml" Id="R7710dcf8795d494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36ad1f28864ba9" /><Relationship Type="http://schemas.openxmlformats.org/officeDocument/2006/relationships/notesMaster" Target="/ppt/notesMasters/notesMaster1.xml" Id="R57896142d6a44a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0cdffbca524e9b" /><Relationship Type="http://schemas.openxmlformats.org/officeDocument/2006/relationships/notesMaster" Target="/ppt/notesMasters/notesMaster1.xml" Id="Rc8972fd6336d4cf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80371ef7db4b99" /><Relationship Type="http://schemas.openxmlformats.org/officeDocument/2006/relationships/notesMaster" Target="/ppt/notesMasters/notesMaster1.xml" Id="Rbbb0d5cac15f43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request.json#/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result.json#/roleCandidates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result.json#/evidenceGaps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result.json#/weeks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request.json#/availableHoursPerWeek</a:t>
            </a:r>
          </a:p>
          <a:p xmlns:a="http://schemas.openxmlformats.org/drawingml/2006/main">
            <a:r>
              <a:t>- result.json#/roleCandidates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result.json#/firstPortfolioBrief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25eafd96b245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b65c32422c4616" /><Relationship Type="http://schemas.openxmlformats.org/officeDocument/2006/relationships/slideLayout" Target="/ppt/slideLayouts/slideLayout1.xml" Id="R2d2540d0f3bc44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2540d0f3bc44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8a83c95bc4a4b" /><Relationship Type="http://schemas.openxmlformats.org/officeDocument/2006/relationships/notesSlide" Target="/ppt/notesSlides/notesSlide1.xml" Id="Rcef0d8531bc14b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4163433374d6c" /><Relationship Type="http://schemas.openxmlformats.org/officeDocument/2006/relationships/notesSlide" Target="/ppt/notesSlides/notesSlide2.xml" Id="R3e10c37759f844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a75d5f936a4c68" /><Relationship Type="http://schemas.openxmlformats.org/officeDocument/2006/relationships/notesSlide" Target="/ppt/notesSlides/notesSlide3.xml" Id="R6e55462334a5473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f7904e35d47d4" /><Relationship Type="http://schemas.openxmlformats.org/officeDocument/2006/relationships/notesSlide" Target="/ppt/notesSlides/notesSlide4.xml" Id="R7301df7818624c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e2d5849f214f3f" /><Relationship Type="http://schemas.openxmlformats.org/officeDocument/2006/relationships/notesSlide" Target="/ppt/notesSlides/notesSlide5.xml" Id="Re8c0dd5648764f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6858d8dba4490" /><Relationship Type="http://schemas.openxmlformats.org/officeDocument/2006/relationships/notesSlide" Target="/ppt/notesSlides/notesSlide6.xml" Id="Ra1bdfefe813049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29E16C52-C28C-479E-BC42-BA33A846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12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GAME DESIGN · EVIDENCE BRIEF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80D2693-CBFC-407C-A6E6-6795F42E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723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입문 게임 디자이너</a:t>
            </a:r>
          </a:p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 로드맵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DA5B42C-E98B-4CD1-B7D8-85D3359C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주 8시간 · 작은 솔로 프로토타입</a:t>
            </a:r>
          </a:p>
        </p:txBody>
      </p:sp>
      <p:sp>
        <p:nvSpPr>
          <p:cNvPr id="4" name="cover-panel">
            <a:extLst xmlns:a="http://schemas.openxmlformats.org/drawingml/2006/main">
              <a:ext uri="{FF2B5EF4-FFF2-40B4-BE49-F238E27FC236}">
                <a16:creationId xmlns:a16="http://schemas.microsoft.com/office/drawing/2014/main" id="{58334EA1-D6E1-4399-8994-599F031A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4350"/>
            <a:ext cx="3143250" cy="53340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ver-mark">
            <a:extLst xmlns:a="http://schemas.openxmlformats.org/drawingml/2006/main">
              <a:ext uri="{FF2B5EF4-FFF2-40B4-BE49-F238E27FC236}">
                <a16:creationId xmlns:a16="http://schemas.microsoft.com/office/drawing/2014/main" id="{73DE99DE-C9EC-40E8-999D-98316896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82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6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8551D71D-8B29-4080-9DB6-7190DB40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38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주</a:t>
            </a:r>
          </a:p>
        </p:txBody>
      </p:sp>
    </p:spTree>
    <p:extLst>
      <p:ext uri="{BB962C8B-B14F-4D97-AF65-F5344CB8AC3E}">
        <p14:creationId xmlns:p14="http://schemas.microsoft.com/office/powerpoint/2010/main" val="10877475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2">
            <a:extLst xmlns:a="http://schemas.openxmlformats.org/drawingml/2006/main">
              <a:ext uri="{FF2B5EF4-FFF2-40B4-BE49-F238E27FC236}">
                <a16:creationId xmlns:a16="http://schemas.microsoft.com/office/drawing/2014/main" id="{3948CC83-D2AD-4420-8E99-5335143B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두 역할 후보를 증거로 비교한다</a:t>
            </a:r>
          </a:p>
        </p:txBody>
      </p:sp>
      <p:sp>
        <p:nvSpPr>
          <p:cNvPr id="2" name="number-2">
            <a:extLst xmlns:a="http://schemas.openxmlformats.org/drawingml/2006/main">
              <a:ext uri="{FF2B5EF4-FFF2-40B4-BE49-F238E27FC236}">
                <a16:creationId xmlns:a16="http://schemas.microsoft.com/office/drawing/2014/main" id="{22A6D499-525F-4E5B-A945-39B84612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3" name="half-body">
            <a:extLst xmlns:a="http://schemas.openxmlformats.org/drawingml/2006/main">
              <a:ext uri="{FF2B5EF4-FFF2-40B4-BE49-F238E27FC236}">
                <a16:creationId xmlns:a16="http://schemas.microsoft.com/office/drawing/2014/main" id="{24D6C739-7458-4807-957A-0CE36BB6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시스템 디자인은 규칙·예외·데이터·플레이테스트 증거가 필요하다. 콘텐츠 디자인은 반복 구조·페이싱·제작 핸드오프가 필요하다.</a:t>
            </a:r>
          </a:p>
        </p:txBody>
      </p:sp>
      <p:sp>
        <p:nvSpPr>
          <p:cNvPr id="4" name="half-visual">
            <a:extLst xmlns:a="http://schemas.openxmlformats.org/drawingml/2006/main">
              <a:ext uri="{FF2B5EF4-FFF2-40B4-BE49-F238E27FC236}">
                <a16:creationId xmlns:a16="http://schemas.microsoft.com/office/drawing/2014/main" id="{E26BD3A8-134A-4EEA-B57F-0FF44137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81125"/>
            <a:ext cx="5505450" cy="4572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half-signal">
            <a:extLst xmlns:a="http://schemas.openxmlformats.org/drawingml/2006/main">
              <a:ext uri="{FF2B5EF4-FFF2-40B4-BE49-F238E27FC236}">
                <a16:creationId xmlns:a16="http://schemas.microsoft.com/office/drawing/2014/main" id="{D3932D79-2487-4E39-8BA6-84958BEF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24100"/>
            <a:ext cx="438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5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half-caption">
            <a:extLst xmlns:a="http://schemas.openxmlformats.org/drawingml/2006/main">
              <a:ext uri="{FF2B5EF4-FFF2-40B4-BE49-F238E27FC236}">
                <a16:creationId xmlns:a16="http://schemas.microsoft.com/office/drawing/2014/main" id="{D7EA0DF2-DA4A-414F-AAEB-05FCA22C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역할 후보</a:t>
            </a:r>
          </a:p>
        </p:txBody>
      </p:sp>
    </p:spTree>
    <p:extLst>
      <p:ext uri="{BB962C8B-B14F-4D97-AF65-F5344CB8AC3E}">
        <p14:creationId xmlns:p14="http://schemas.microsoft.com/office/powerpoint/2010/main" val="3915535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3">
            <a:extLst xmlns:a="http://schemas.openxmlformats.org/drawingml/2006/main">
              <a:ext uri="{FF2B5EF4-FFF2-40B4-BE49-F238E27FC236}">
                <a16:creationId xmlns:a16="http://schemas.microsoft.com/office/drawing/2014/main" id="{619F3A03-94C5-4768-8278-FAA66A85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공백에서 증거로</a:t>
            </a:r>
          </a:p>
        </p:txBody>
      </p:sp>
      <p:sp>
        <p:nvSpPr>
          <p:cNvPr id="2" name="number-3">
            <a:extLst xmlns:a="http://schemas.openxmlformats.org/drawingml/2006/main">
              <a:ext uri="{FF2B5EF4-FFF2-40B4-BE49-F238E27FC236}">
                <a16:creationId xmlns:a16="http://schemas.microsoft.com/office/drawing/2014/main" id="{13EBC154-2386-49CF-A867-3D6B4E0D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3" name="connector-1">
            <a:extLst xmlns:a="http://schemas.openxmlformats.org/drawingml/2006/main">
              <a:ext uri="{FF2B5EF4-FFF2-40B4-BE49-F238E27FC236}">
                <a16:creationId xmlns:a16="http://schemas.microsoft.com/office/drawing/2014/main" id="{4ACA41CD-74A0-45C8-9FAA-DB5D7555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nector-2">
            <a:extLst xmlns:a="http://schemas.openxmlformats.org/drawingml/2006/main">
              <a:ext uri="{FF2B5EF4-FFF2-40B4-BE49-F238E27FC236}">
                <a16:creationId xmlns:a16="http://schemas.microsoft.com/office/drawing/2014/main" id="{2089DAD3-457F-4386-838C-BA04A5D8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F535C0F7-C17D-4798-A5AD-5A0DECC2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규칙·예외 공백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3F2D1DE7-2327-4E72-A1E2-F2CF06DA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주간 연습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9B3585B5-5ADF-4E12-BF2E-4C297C25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규칙 시트</a:t>
            </a:r>
          </a:p>
        </p:txBody>
      </p:sp>
      <p:sp>
        <p:nvSpPr>
          <p:cNvPr id="8" name="diagram-footer">
            <a:extLst xmlns:a="http://schemas.openxmlformats.org/drawingml/2006/main">
              <a:ext uri="{FF2B5EF4-FFF2-40B4-BE49-F238E27FC236}">
                <a16:creationId xmlns:a16="http://schemas.microsoft.com/office/drawing/2014/main" id="{7B90617B-2569-48E3-8B64-14CBDA35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플레이테스트 학습 공백은 관찰 세션과 결정 로그로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8899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4">
            <a:extLst xmlns:a="http://schemas.openxmlformats.org/drawingml/2006/main">
              <a:ext uri="{FF2B5EF4-FFF2-40B4-BE49-F238E27FC236}">
                <a16:creationId xmlns:a16="http://schemas.microsoft.com/office/drawing/2014/main" id="{857AAFA3-B992-4FE4-B2F0-A0E17A2F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 실행 리듬</a:t>
            </a:r>
          </a:p>
        </p:txBody>
      </p:sp>
      <p:sp>
        <p:nvSpPr>
          <p:cNvPr id="2" name="number-4">
            <a:extLst xmlns:a="http://schemas.openxmlformats.org/drawingml/2006/main">
              <a:ext uri="{FF2B5EF4-FFF2-40B4-BE49-F238E27FC236}">
                <a16:creationId xmlns:a16="http://schemas.microsoft.com/office/drawing/2014/main" id="{C54DED77-0075-45CE-93A6-E4A69A4F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4</a:t>
            </a:r>
          </a:p>
        </p:txBody>
      </p:sp>
      <p:sp>
        <p:nvSpPr>
          <p:cNvPr id="3" name="cell-0-0">
            <a:extLst xmlns:a="http://schemas.openxmlformats.org/drawingml/2006/main">
              <a:ext uri="{FF2B5EF4-FFF2-40B4-BE49-F238E27FC236}">
                <a16:creationId xmlns:a16="http://schemas.microsoft.com/office/drawing/2014/main" id="{7EF7B939-04D0-45B4-9400-E94C8E42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구간</a:t>
            </a:r>
          </a:p>
        </p:txBody>
      </p:sp>
      <p:sp>
        <p:nvSpPr>
          <p:cNvPr id="4" name="cell-0-1">
            <a:extLst xmlns:a="http://schemas.openxmlformats.org/drawingml/2006/main">
              <a:ext uri="{FF2B5EF4-FFF2-40B4-BE49-F238E27FC236}">
                <a16:creationId xmlns:a16="http://schemas.microsoft.com/office/drawing/2014/main" id="{48888D28-6EDF-4695-A793-F1A2FFBC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4287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학습 초점</a:t>
            </a:r>
          </a:p>
        </p:txBody>
      </p:sp>
      <p:sp>
        <p:nvSpPr>
          <p:cNvPr id="5" name="cell-0-2">
            <a:extLst xmlns:a="http://schemas.openxmlformats.org/drawingml/2006/main">
              <a:ext uri="{FF2B5EF4-FFF2-40B4-BE49-F238E27FC236}">
                <a16:creationId xmlns:a16="http://schemas.microsoft.com/office/drawing/2014/main" id="{830D8D29-2F62-4F05-900E-26FFDE70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2875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증거</a:t>
            </a:r>
          </a:p>
        </p:txBody>
      </p:sp>
      <p:sp>
        <p:nvSpPr>
          <p:cNvPr id="6" name="cell-1-0">
            <a:extLst xmlns:a="http://schemas.openxmlformats.org/drawingml/2006/main">
              <a:ext uri="{FF2B5EF4-FFF2-40B4-BE49-F238E27FC236}">
                <a16:creationId xmlns:a16="http://schemas.microsoft.com/office/drawing/2014/main" id="{4CA02137-902D-494C-8E1C-39E7DF68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1-4주</a:t>
            </a:r>
          </a:p>
        </p:txBody>
      </p:sp>
      <p:sp>
        <p:nvSpPr>
          <p:cNvPr id="7" name="cell-1-1">
            <a:extLst xmlns:a="http://schemas.openxmlformats.org/drawingml/2006/main">
              <a:ext uri="{FF2B5EF4-FFF2-40B4-BE49-F238E27FC236}">
                <a16:creationId xmlns:a16="http://schemas.microsoft.com/office/drawing/2014/main" id="{F000C98B-2B27-4C85-8402-C7A2B1FD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336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루프·상태·예외·데이터</a:t>
            </a:r>
          </a:p>
        </p:txBody>
      </p:sp>
      <p:sp>
        <p:nvSpPr>
          <p:cNvPr id="8" name="cell-1-2">
            <a:extLst xmlns:a="http://schemas.openxmlformats.org/drawingml/2006/main">
              <a:ext uri="{FF2B5EF4-FFF2-40B4-BE49-F238E27FC236}">
                <a16:creationId xmlns:a16="http://schemas.microsoft.com/office/drawing/2014/main" id="{31EE9D32-E43E-4C5F-BA4B-E1E37AB3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3360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상태표</a:t>
            </a:r>
          </a:p>
        </p:txBody>
      </p:sp>
      <p:sp>
        <p:nvSpPr>
          <p:cNvPr id="9" name="cell-2-0">
            <a:extLst xmlns:a="http://schemas.openxmlformats.org/drawingml/2006/main">
              <a:ext uri="{FF2B5EF4-FFF2-40B4-BE49-F238E27FC236}">
                <a16:creationId xmlns:a16="http://schemas.microsoft.com/office/drawing/2014/main" id="{44EAD2EF-0535-4CE0-B924-A81E57B8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384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5-8주</a:t>
            </a:r>
          </a:p>
        </p:txBody>
      </p:sp>
      <p:sp>
        <p:nvSpPr>
          <p:cNvPr id="10" name="cell-2-1">
            <a:extLst xmlns:a="http://schemas.openxmlformats.org/drawingml/2006/main">
              <a:ext uri="{FF2B5EF4-FFF2-40B4-BE49-F238E27FC236}">
                <a16:creationId xmlns:a16="http://schemas.microsoft.com/office/drawing/2014/main" id="{B1F6EC6A-70B9-4951-8C1A-E02E526B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384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UI·범위·관찰·반복</a:t>
            </a:r>
          </a:p>
        </p:txBody>
      </p:sp>
      <p:sp>
        <p:nvSpPr>
          <p:cNvPr id="11" name="cell-2-2">
            <a:extLst xmlns:a="http://schemas.openxmlformats.org/drawingml/2006/main">
              <a:ext uri="{FF2B5EF4-FFF2-40B4-BE49-F238E27FC236}">
                <a16:creationId xmlns:a16="http://schemas.microsoft.com/office/drawing/2014/main" id="{8DE64E36-4DEE-4D63-BD77-F77111E3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3845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결정 추적</a:t>
            </a:r>
          </a:p>
        </p:txBody>
      </p:sp>
      <p:sp>
        <p:nvSpPr>
          <p:cNvPr id="12" name="cell-3-0">
            <a:extLst xmlns:a="http://schemas.openxmlformats.org/drawingml/2006/main">
              <a:ext uri="{FF2B5EF4-FFF2-40B4-BE49-F238E27FC236}">
                <a16:creationId xmlns:a16="http://schemas.microsoft.com/office/drawing/2014/main" id="{DA7C4B18-59B5-4E8C-83CC-AF4464C7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433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9-12주</a:t>
            </a:r>
          </a:p>
        </p:txBody>
      </p:sp>
      <p:sp>
        <p:nvSpPr>
          <p:cNvPr id="13" name="cell-3-1">
            <a:extLst xmlns:a="http://schemas.openxmlformats.org/drawingml/2006/main">
              <a:ext uri="{FF2B5EF4-FFF2-40B4-BE49-F238E27FC236}">
                <a16:creationId xmlns:a16="http://schemas.microsoft.com/office/drawing/2014/main" id="{21C2F5A3-3E8B-4848-B71F-2EF77D2F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43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대안·핸드오프·포트폴리오·회고</a:t>
            </a:r>
          </a:p>
        </p:txBody>
      </p:sp>
      <p:sp>
        <p:nvSpPr>
          <p:cNvPr id="14" name="cell-3-2">
            <a:extLst xmlns:a="http://schemas.openxmlformats.org/drawingml/2006/main">
              <a:ext uri="{FF2B5EF4-FFF2-40B4-BE49-F238E27FC236}">
                <a16:creationId xmlns:a16="http://schemas.microsoft.com/office/drawing/2014/main" id="{05A32A5C-C45A-4D73-B541-AC58FBD3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4330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제한된 산출물</a:t>
            </a:r>
          </a:p>
        </p:txBody>
      </p:sp>
    </p:spTree>
    <p:extLst>
      <p:ext uri="{BB962C8B-B14F-4D97-AF65-F5344CB8AC3E}">
        <p14:creationId xmlns:p14="http://schemas.microsoft.com/office/powerpoint/2010/main" val="15412635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5">
            <a:extLst xmlns:a="http://schemas.openxmlformats.org/drawingml/2006/main">
              <a:ext uri="{FF2B5EF4-FFF2-40B4-BE49-F238E27FC236}">
                <a16:creationId xmlns:a16="http://schemas.microsoft.com/office/drawing/2014/main" id="{7B7E10FE-6ADB-4119-8A06-E2A7477F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작게 시작하는 제약</a:t>
            </a:r>
          </a:p>
        </p:txBody>
      </p:sp>
      <p:sp>
        <p:nvSpPr>
          <p:cNvPr id="2" name="number-5">
            <a:extLst xmlns:a="http://schemas.openxmlformats.org/drawingml/2006/main">
              <a:ext uri="{FF2B5EF4-FFF2-40B4-BE49-F238E27FC236}">
                <a16:creationId xmlns:a16="http://schemas.microsoft.com/office/drawing/2014/main" id="{E9197F2A-7D1E-495B-B1AD-6478ECDD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3" name="stat-panel-0">
            <a:extLst xmlns:a="http://schemas.openxmlformats.org/drawingml/2006/main">
              <a:ext uri="{FF2B5EF4-FFF2-40B4-BE49-F238E27FC236}">
                <a16:creationId xmlns:a16="http://schemas.microsoft.com/office/drawing/2014/main" id="{E42AC470-7629-4864-97BF-C957CAA8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5623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at-0">
            <a:extLst xmlns:a="http://schemas.openxmlformats.org/drawingml/2006/main">
              <a:ext uri="{FF2B5EF4-FFF2-40B4-BE49-F238E27FC236}">
                <a16:creationId xmlns:a16="http://schemas.microsoft.com/office/drawing/2014/main" id="{82DE7D22-7F2C-4307-886F-7F48A679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</a:t>
            </a:r>
          </a:p>
        </p:txBody>
      </p:sp>
      <p:sp>
        <p:nvSpPr>
          <p:cNvPr id="5" name="stat-caption-0">
            <a:extLst xmlns:a="http://schemas.openxmlformats.org/drawingml/2006/main">
              <a:ext uri="{FF2B5EF4-FFF2-40B4-BE49-F238E27FC236}">
                <a16:creationId xmlns:a16="http://schemas.microsoft.com/office/drawing/2014/main" id="{CC51C689-9457-4E23-BA34-71586F85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기간</a:t>
            </a:r>
          </a:p>
        </p:txBody>
      </p:sp>
      <p:sp>
        <p:nvSpPr>
          <p:cNvPr id="6" name="stat-panel-1">
            <a:extLst xmlns:a="http://schemas.openxmlformats.org/drawingml/2006/main">
              <a:ext uri="{FF2B5EF4-FFF2-40B4-BE49-F238E27FC236}">
                <a16:creationId xmlns:a16="http://schemas.microsoft.com/office/drawing/2014/main" id="{89F76B30-44FB-4910-B25E-51603052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81250"/>
            <a:ext cx="35623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D17ABC0F-6F35-44ED-A3FB-8284BDA8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8시간</a:t>
            </a:r>
          </a:p>
        </p:txBody>
      </p:sp>
      <p:sp>
        <p:nvSpPr>
          <p:cNvPr id="8" name="stat-caption-1">
            <a:extLst xmlns:a="http://schemas.openxmlformats.org/drawingml/2006/main">
              <a:ext uri="{FF2B5EF4-FFF2-40B4-BE49-F238E27FC236}">
                <a16:creationId xmlns:a16="http://schemas.microsoft.com/office/drawing/2014/main" id="{3654CDAF-2C14-4B7C-936F-597A0F42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주당 가용 시간</a:t>
            </a:r>
          </a:p>
        </p:txBody>
      </p:sp>
      <p:sp>
        <p:nvSpPr>
          <p:cNvPr id="9" name="stat-panel-2">
            <a:extLst xmlns:a="http://schemas.openxmlformats.org/drawingml/2006/main">
              <a:ext uri="{FF2B5EF4-FFF2-40B4-BE49-F238E27FC236}">
                <a16:creationId xmlns:a16="http://schemas.microsoft.com/office/drawing/2014/main" id="{05F7855B-9AFE-440D-98CB-E5146951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81250"/>
            <a:ext cx="35623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2">
            <a:extLst xmlns:a="http://schemas.openxmlformats.org/drawingml/2006/main">
              <a:ext uri="{FF2B5EF4-FFF2-40B4-BE49-F238E27FC236}">
                <a16:creationId xmlns:a16="http://schemas.microsoft.com/office/drawing/2014/main" id="{A0DCBDAD-DAE4-4101-BCB3-D81FDE22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2개</a:t>
            </a:r>
          </a:p>
        </p:txBody>
      </p:sp>
      <p:sp>
        <p:nvSpPr>
          <p:cNvPr id="11" name="stat-caption-2">
            <a:extLst xmlns:a="http://schemas.openxmlformats.org/drawingml/2006/main">
              <a:ext uri="{FF2B5EF4-FFF2-40B4-BE49-F238E27FC236}">
                <a16:creationId xmlns:a16="http://schemas.microsoft.com/office/drawing/2014/main" id="{BD688AE6-E274-4326-A2E2-ABCD88B3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역할 후보</a:t>
            </a:r>
          </a:p>
        </p:txBody>
      </p:sp>
    </p:spTree>
    <p:extLst>
      <p:ext uri="{BB962C8B-B14F-4D97-AF65-F5344CB8AC3E}">
        <p14:creationId xmlns:p14="http://schemas.microsoft.com/office/powerpoint/2010/main" val="7594183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6">
            <a:extLst xmlns:a="http://schemas.openxmlformats.org/drawingml/2006/main">
              <a:ext uri="{FF2B5EF4-FFF2-40B4-BE49-F238E27FC236}">
                <a16:creationId xmlns:a16="http://schemas.microsoft.com/office/drawing/2014/main" id="{4815A47E-85C8-4F78-BAF5-244B7DFC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첫 포트폴리오 브리프</a:t>
            </a:r>
          </a:p>
        </p:txBody>
      </p:sp>
      <p:sp>
        <p:nvSpPr>
          <p:cNvPr id="2" name="number-6">
            <a:extLst xmlns:a="http://schemas.openxmlformats.org/drawingml/2006/main">
              <a:ext uri="{FF2B5EF4-FFF2-40B4-BE49-F238E27FC236}">
                <a16:creationId xmlns:a16="http://schemas.microsoft.com/office/drawing/2014/main" id="{66F6F678-5BCB-44A1-BF0A-DD2CE23B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3" name="step-num-0">
            <a:extLst xmlns:a="http://schemas.openxmlformats.org/drawingml/2006/main">
              <a:ext uri="{FF2B5EF4-FFF2-40B4-BE49-F238E27FC236}">
                <a16:creationId xmlns:a16="http://schemas.microsoft.com/office/drawing/2014/main" id="{003B5F79-5C4F-406E-86BC-05137C1F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CC83BF20-3B94-4B56-911B-D3FBD663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192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한 자원과 회복 상태 정의</a:t>
            </a:r>
          </a:p>
        </p:txBody>
      </p:sp>
      <p:sp>
        <p:nvSpPr>
          <p:cNvPr id="5" name="step-num-1">
            <a:extLst xmlns:a="http://schemas.openxmlformats.org/drawingml/2006/main">
              <a:ext uri="{FF2B5EF4-FFF2-40B4-BE49-F238E27FC236}">
                <a16:creationId xmlns:a16="http://schemas.microsoft.com/office/drawing/2014/main" id="{352164A7-8D07-47D2-919B-12AAC493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01805E46-5BEC-41EA-8751-28360CB4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자동·사용자 유발 회복 비교</a:t>
            </a:r>
          </a:p>
        </p:txBody>
      </p:sp>
      <p:sp>
        <p:nvSpPr>
          <p:cNvPr id="7" name="step-num-2">
            <a:extLst xmlns:a="http://schemas.openxmlformats.org/drawingml/2006/main">
              <a:ext uri="{FF2B5EF4-FFF2-40B4-BE49-F238E27FC236}">
                <a16:creationId xmlns:a16="http://schemas.microsoft.com/office/drawing/2014/main" id="{CCE1E0E2-5280-468E-9CEF-0DB574E7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443F888B-1373-4409-97F4-A8D3E451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상태표와 3회 관찰로 검증</a:t>
            </a:r>
          </a:p>
        </p:txBody>
      </p:sp>
      <p:sp>
        <p:nvSpPr>
          <p:cNvPr id="9" name="result-status">
            <a:extLst xmlns:a="http://schemas.openxmlformats.org/drawingml/2006/main">
              <a:ext uri="{FF2B5EF4-FFF2-40B4-BE49-F238E27FC236}">
                <a16:creationId xmlns:a16="http://schemas.microsoft.com/office/drawing/2014/main" id="{45BB9CD1-03A7-435F-BC6D-F755187A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673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결과는 증거 대기: 세션 전 성과를 주장하지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980067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2026-08-05T04:22:59.0230000Z</dcterms:created>
  <dcterms:modified xsi:type="dcterms:W3CDTF">2026-08-05T04:22:59.0230000Z</dcterms:modified>
</coreProperties>
</file>