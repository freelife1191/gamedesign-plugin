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87dfede9354cff" /><Relationship Type="http://schemas.openxmlformats.org/officeDocument/2006/relationships/extended-properties" Target="/docProps/app.xml" Id="R3422fc14ad5d4bc0" /><Relationship Type="http://schemas.openxmlformats.org/officeDocument/2006/relationships/officeDocument" Target="/ppt/presentation.xml" Id="R3c9c909832ab4d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5a64b0d9804264"/>
  </p:sldMasterIdLst>
  <p:notesMasterIdLst>
    <p:notesMasterId xmlns:r="http://schemas.openxmlformats.org/officeDocument/2006/relationships" r:id="Rc53bcc8a7fc74b56"/>
  </p:notesMasterIdLst>
  <p:sldIdLst>
    <p:sldId xmlns:r="http://schemas.openxmlformats.org/officeDocument/2006/relationships" id="256" r:id="Rd762b0922e4043f5"/>
    <p:sldId xmlns:r="http://schemas.openxmlformats.org/officeDocument/2006/relationships" id="257" r:id="Rc42f579c405140a0"/>
    <p:sldId xmlns:r="http://schemas.openxmlformats.org/officeDocument/2006/relationships" id="258" r:id="R8aed27db57dd4d43"/>
    <p:sldId xmlns:r="http://schemas.openxmlformats.org/officeDocument/2006/relationships" id="259" r:id="R86b121e052a3429d"/>
    <p:sldId xmlns:r="http://schemas.openxmlformats.org/officeDocument/2006/relationships" id="260" r:id="Rfcd99ede23b441ed"/>
    <p:sldId xmlns:r="http://schemas.openxmlformats.org/officeDocument/2006/relationships" id="261" r:id="R4c26575ff6a348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c202b5e6ee4389" /><Relationship Type="http://schemas.openxmlformats.org/officeDocument/2006/relationships/slideMaster" Target="/ppt/slideMasters/slideMaster1.xml" Id="R1e5a64b0d9804264" /><Relationship Type="http://schemas.openxmlformats.org/officeDocument/2006/relationships/notesMaster" Target="/ppt/notesMasters/notesMaster1.xml" Id="Rc53bcc8a7fc74b56" /><Relationship Type="http://schemas.openxmlformats.org/officeDocument/2006/relationships/presProps" Target="/ppt/presProps.xml" Id="R4fe7131a303c4bd1" /><Relationship Type="http://schemas.openxmlformats.org/officeDocument/2006/relationships/tableStyles" Target="/ppt/tableStyles.xml" Id="R1fd2a4f6b92c4727" /><Relationship Type="http://schemas.openxmlformats.org/officeDocument/2006/relationships/slide" Target="/ppt/slides/slide1.xml" Id="Rd762b0922e4043f5" /><Relationship Type="http://schemas.openxmlformats.org/officeDocument/2006/relationships/slide" Target="/ppt/slides/slide2.xml" Id="Rc42f579c405140a0" /><Relationship Type="http://schemas.openxmlformats.org/officeDocument/2006/relationships/slide" Target="/ppt/slides/slide3.xml" Id="R8aed27db57dd4d43" /><Relationship Type="http://schemas.openxmlformats.org/officeDocument/2006/relationships/slide" Target="/ppt/slides/slide4.xml" Id="R86b121e052a3429d" /><Relationship Type="http://schemas.openxmlformats.org/officeDocument/2006/relationships/slide" Target="/ppt/slides/slide5.xml" Id="Rfcd99ede23b441ed" /><Relationship Type="http://schemas.openxmlformats.org/officeDocument/2006/relationships/slide" Target="/ppt/slides/slide6.xml" Id="R4c26575ff6a348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d90e96eeab42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2daa3b1ab147ba" /><Relationship Type="http://schemas.openxmlformats.org/officeDocument/2006/relationships/notesMaster" Target="/ppt/notesMasters/notesMaster1.xml" Id="R58ab500b684b43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899abaead44d55" /><Relationship Type="http://schemas.openxmlformats.org/officeDocument/2006/relationships/notesMaster" Target="/ppt/notesMasters/notesMaster1.xml" Id="R07af249d5e1c4a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9cf9ac9f064337" /><Relationship Type="http://schemas.openxmlformats.org/officeDocument/2006/relationships/notesMaster" Target="/ppt/notesMasters/notesMaster1.xml" Id="Ra505664946014c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53223055dd43a8" /><Relationship Type="http://schemas.openxmlformats.org/officeDocument/2006/relationships/notesMaster" Target="/ppt/notesMasters/notesMaster1.xml" Id="R56bedee4a4584c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e7d4ad1e7342ae" /><Relationship Type="http://schemas.openxmlformats.org/officeDocument/2006/relationships/notesMaster" Target="/ppt/notesMasters/notesMaster1.xml" Id="R501d0ba4fc5241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a525b6b24d48d6" /><Relationship Type="http://schemas.openxmlformats.org/officeDocument/2006/relationships/notesMaster" Target="/ppt/notesMasters/notesMaster1.xml" Id="Rfe93c71cd96648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request.json#/availableHoursPerWeek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result.json#/roleCandidates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result.json#/evidenceGaps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result.json#/weeks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request.json#/availableHoursPerWeek</a:t>
            </a:r>
          </a:p>
          <a:p xmlns:a="http://schemas.openxmlformats.org/drawingml/2006/main">
            <a:r>
              <a:t>- result.json#/roleCandidates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result.json#/firstPortfolioBrief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efaeff232c47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99a188248a4cee" /><Relationship Type="http://schemas.openxmlformats.org/officeDocument/2006/relationships/slideLayout" Target="/ppt/slideLayouts/slideLayout1.xml" Id="Rc0248f2a0c5543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248f2a0c5543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71e399bd5442a" /><Relationship Type="http://schemas.openxmlformats.org/officeDocument/2006/relationships/notesSlide" Target="/ppt/notesSlides/notesSlide1.xml" Id="R7e9a4d734bf841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61abd03e84530" /><Relationship Type="http://schemas.openxmlformats.org/officeDocument/2006/relationships/notesSlide" Target="/ppt/notesSlides/notesSlide2.xml" Id="Rd8f6ee7990004e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230769c3b4f15" /><Relationship Type="http://schemas.openxmlformats.org/officeDocument/2006/relationships/notesSlide" Target="/ppt/notesSlides/notesSlide3.xml" Id="R54ed37124fdf42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363ea8ee24d47" /><Relationship Type="http://schemas.openxmlformats.org/officeDocument/2006/relationships/notesSlide" Target="/ppt/notesSlides/notesSlide4.xml" Id="R153b93d820174e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54f3842804eb4" /><Relationship Type="http://schemas.openxmlformats.org/officeDocument/2006/relationships/notesSlide" Target="/ppt/notesSlides/notesSlide5.xml" Id="R9ebdebe4a2b74f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7af9775af4a7c" /><Relationship Type="http://schemas.openxmlformats.org/officeDocument/2006/relationships/notesSlide" Target="/ppt/notesSlides/notesSlide6.xml" Id="R89214e7ffb4349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CDCA994D-D044-410B-B1E1-DD84347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12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GAME DESIGN · EVIDENCE BRIEF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A28FDD8-BF72-42CD-A7BF-1FC8BC37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723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입문 게임 디자이너</a:t>
            </a:r>
          </a:p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 로드맵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38E68D1-A210-404C-BF04-08C85572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주 8시간 · 작은 솔로 프로토타입</a:t>
            </a:r>
          </a:p>
        </p:txBody>
      </p:sp>
      <p:sp>
        <p:nvSpPr>
          <p:cNvPr id="4" name="cover-panel">
            <a:extLst xmlns:a="http://schemas.openxmlformats.org/drawingml/2006/main">
              <a:ext uri="{FF2B5EF4-FFF2-40B4-BE49-F238E27FC236}">
                <a16:creationId xmlns:a16="http://schemas.microsoft.com/office/drawing/2014/main" id="{0BCA5AFB-2CE2-4B11-BA10-D8D9872E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4350"/>
            <a:ext cx="3143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ver-mark">
            <a:extLst xmlns:a="http://schemas.openxmlformats.org/drawingml/2006/main">
              <a:ext uri="{FF2B5EF4-FFF2-40B4-BE49-F238E27FC236}">
                <a16:creationId xmlns:a16="http://schemas.microsoft.com/office/drawing/2014/main" id="{7E870C03-6473-4757-BFEF-2B6BBDBC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82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6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751A76AA-1A17-46BD-96C2-68B1DEE1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38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주</a:t>
            </a:r>
          </a:p>
        </p:txBody>
      </p:sp>
    </p:spTree>
    <p:extLst>
      <p:ext uri="{BB962C8B-B14F-4D97-AF65-F5344CB8AC3E}">
        <p14:creationId xmlns:p14="http://schemas.microsoft.com/office/powerpoint/2010/main" val="21022208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2">
            <a:extLst xmlns:a="http://schemas.openxmlformats.org/drawingml/2006/main">
              <a:ext uri="{FF2B5EF4-FFF2-40B4-BE49-F238E27FC236}">
                <a16:creationId xmlns:a16="http://schemas.microsoft.com/office/drawing/2014/main" id="{0BAD957D-65FF-4DF0-B8E3-89F3E447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두 역할 후보를 증거로 비교한다</a:t>
            </a:r>
          </a:p>
        </p:txBody>
      </p:sp>
      <p:sp>
        <p:nvSpPr>
          <p:cNvPr id="2" name="number-2">
            <a:extLst xmlns:a="http://schemas.openxmlformats.org/drawingml/2006/main">
              <a:ext uri="{FF2B5EF4-FFF2-40B4-BE49-F238E27FC236}">
                <a16:creationId xmlns:a16="http://schemas.microsoft.com/office/drawing/2014/main" id="{2BC16523-798B-4247-8EBF-9C84626E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3" name="half-body">
            <a:extLst xmlns:a="http://schemas.openxmlformats.org/drawingml/2006/main">
              <a:ext uri="{FF2B5EF4-FFF2-40B4-BE49-F238E27FC236}">
                <a16:creationId xmlns:a16="http://schemas.microsoft.com/office/drawing/2014/main" id="{A01F173B-BC0B-4588-A085-96234421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시스템 디자인은 규칙·예외·데이터와</a:t>
            </a:r>
          </a:p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플레이테스트 증거가 필요하다.</a:t>
            </a:r>
          </a:p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콘텐츠 디자인은 반복 구조·페이싱과</a:t>
            </a:r>
          </a:p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제작 핸드오프가 필요하다.</a:t>
            </a:r>
          </a:p>
        </p:txBody>
      </p:sp>
      <p:sp>
        <p:nvSpPr>
          <p:cNvPr id="4" name="half-visual">
            <a:extLst xmlns:a="http://schemas.openxmlformats.org/drawingml/2006/main">
              <a:ext uri="{FF2B5EF4-FFF2-40B4-BE49-F238E27FC236}">
                <a16:creationId xmlns:a16="http://schemas.microsoft.com/office/drawing/2014/main" id="{F68231D5-A44A-4579-A9C1-B16DE36B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81125"/>
            <a:ext cx="550545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half-signal">
            <a:extLst xmlns:a="http://schemas.openxmlformats.org/drawingml/2006/main">
              <a:ext uri="{FF2B5EF4-FFF2-40B4-BE49-F238E27FC236}">
                <a16:creationId xmlns:a16="http://schemas.microsoft.com/office/drawing/2014/main" id="{3DB4BF3E-B80F-4963-978E-850F51A5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24100"/>
            <a:ext cx="438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5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half-caption">
            <a:extLst xmlns:a="http://schemas.openxmlformats.org/drawingml/2006/main">
              <a:ext uri="{FF2B5EF4-FFF2-40B4-BE49-F238E27FC236}">
                <a16:creationId xmlns:a16="http://schemas.microsoft.com/office/drawing/2014/main" id="{CDD52452-9CB5-4EB6-B760-A6EDBFC0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역할 후보</a:t>
            </a:r>
          </a:p>
        </p:txBody>
      </p:sp>
    </p:spTree>
    <p:extLst>
      <p:ext uri="{BB962C8B-B14F-4D97-AF65-F5344CB8AC3E}">
        <p14:creationId xmlns:p14="http://schemas.microsoft.com/office/powerpoint/2010/main" val="13937891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3">
            <a:extLst xmlns:a="http://schemas.openxmlformats.org/drawingml/2006/main">
              <a:ext uri="{FF2B5EF4-FFF2-40B4-BE49-F238E27FC236}">
                <a16:creationId xmlns:a16="http://schemas.microsoft.com/office/drawing/2014/main" id="{BEC39118-5B1A-4B78-BCFD-2678ED6A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공백에서 증거로</a:t>
            </a:r>
          </a:p>
        </p:txBody>
      </p:sp>
      <p:sp>
        <p:nvSpPr>
          <p:cNvPr id="2" name="number-3">
            <a:extLst xmlns:a="http://schemas.openxmlformats.org/drawingml/2006/main">
              <a:ext uri="{FF2B5EF4-FFF2-40B4-BE49-F238E27FC236}">
                <a16:creationId xmlns:a16="http://schemas.microsoft.com/office/drawing/2014/main" id="{4E07A627-83CD-4411-9EC8-7CC358DB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3" name="connector-1">
            <a:extLst xmlns:a="http://schemas.openxmlformats.org/drawingml/2006/main">
              <a:ext uri="{FF2B5EF4-FFF2-40B4-BE49-F238E27FC236}">
                <a16:creationId xmlns:a16="http://schemas.microsoft.com/office/drawing/2014/main" id="{5B1E4F6E-F0CD-42B7-B92C-03F3B503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nector-2">
            <a:extLst xmlns:a="http://schemas.openxmlformats.org/drawingml/2006/main">
              <a:ext uri="{FF2B5EF4-FFF2-40B4-BE49-F238E27FC236}">
                <a16:creationId xmlns:a16="http://schemas.microsoft.com/office/drawing/2014/main" id="{6F222AA5-52E9-45E1-A880-720F2473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C7E23589-0D46-4309-AA61-CB8A10DC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규칙·예외 공백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8D6C5F68-9AC5-42F9-8014-44ACA86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주간 연습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A55E1CBC-2BE6-4B97-B675-FA55F45D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규칙 시트</a:t>
            </a:r>
          </a:p>
        </p:txBody>
      </p:sp>
      <p:sp>
        <p:nvSpPr>
          <p:cNvPr id="8" name="diagram-footer">
            <a:extLst xmlns:a="http://schemas.openxmlformats.org/drawingml/2006/main">
              <a:ext uri="{FF2B5EF4-FFF2-40B4-BE49-F238E27FC236}">
                <a16:creationId xmlns:a16="http://schemas.microsoft.com/office/drawing/2014/main" id="{1E6FFF9D-2BE0-4389-B1A8-CAE91C91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플레이테스트 학습 공백은 관찰 세션과 결정 로그로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376493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4">
            <a:extLst xmlns:a="http://schemas.openxmlformats.org/drawingml/2006/main">
              <a:ext uri="{FF2B5EF4-FFF2-40B4-BE49-F238E27FC236}">
                <a16:creationId xmlns:a16="http://schemas.microsoft.com/office/drawing/2014/main" id="{021B4D0F-93FF-41B0-AF80-2102372C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 실행 리듬</a:t>
            </a:r>
          </a:p>
        </p:txBody>
      </p:sp>
      <p:sp>
        <p:nvSpPr>
          <p:cNvPr id="2" name="number-4">
            <a:extLst xmlns:a="http://schemas.openxmlformats.org/drawingml/2006/main">
              <a:ext uri="{FF2B5EF4-FFF2-40B4-BE49-F238E27FC236}">
                <a16:creationId xmlns:a16="http://schemas.microsoft.com/office/drawing/2014/main" id="{C6501192-9B9D-4952-B257-8873ED7A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4</a:t>
            </a:r>
          </a:p>
        </p:txBody>
      </p:sp>
      <p:sp>
        <p:nvSpPr>
          <p:cNvPr id="3" name="cell-0-0">
            <a:extLst xmlns:a="http://schemas.openxmlformats.org/drawingml/2006/main">
              <a:ext uri="{FF2B5EF4-FFF2-40B4-BE49-F238E27FC236}">
                <a16:creationId xmlns:a16="http://schemas.microsoft.com/office/drawing/2014/main" id="{2190D16E-60D9-4439-9E63-86F00C58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구간</a:t>
            </a:r>
          </a:p>
        </p:txBody>
      </p:sp>
      <p:sp>
        <p:nvSpPr>
          <p:cNvPr id="4" name="cell-0-1">
            <a:extLst xmlns:a="http://schemas.openxmlformats.org/drawingml/2006/main">
              <a:ext uri="{FF2B5EF4-FFF2-40B4-BE49-F238E27FC236}">
                <a16:creationId xmlns:a16="http://schemas.microsoft.com/office/drawing/2014/main" id="{7C37FF64-F8F7-4590-B38D-22EDC0F1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4287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학습 초점</a:t>
            </a:r>
          </a:p>
        </p:txBody>
      </p:sp>
      <p:sp>
        <p:nvSpPr>
          <p:cNvPr id="5" name="cell-0-2">
            <a:extLst xmlns:a="http://schemas.openxmlformats.org/drawingml/2006/main">
              <a:ext uri="{FF2B5EF4-FFF2-40B4-BE49-F238E27FC236}">
                <a16:creationId xmlns:a16="http://schemas.microsoft.com/office/drawing/2014/main" id="{AB2FCB3E-01BE-4CC6-8838-9C83E2D6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2875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증거</a:t>
            </a:r>
          </a:p>
        </p:txBody>
      </p:sp>
      <p:sp>
        <p:nvSpPr>
          <p:cNvPr id="6" name="cell-1-0">
            <a:extLst xmlns:a="http://schemas.openxmlformats.org/drawingml/2006/main">
              <a:ext uri="{FF2B5EF4-FFF2-40B4-BE49-F238E27FC236}">
                <a16:creationId xmlns:a16="http://schemas.microsoft.com/office/drawing/2014/main" id="{66B75281-F59F-4D0A-8746-C6CEB325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1-4주</a:t>
            </a:r>
          </a:p>
        </p:txBody>
      </p:sp>
      <p:sp>
        <p:nvSpPr>
          <p:cNvPr id="7" name="cell-1-1">
            <a:extLst xmlns:a="http://schemas.openxmlformats.org/drawingml/2006/main">
              <a:ext uri="{FF2B5EF4-FFF2-40B4-BE49-F238E27FC236}">
                <a16:creationId xmlns:a16="http://schemas.microsoft.com/office/drawing/2014/main" id="{07AE0C91-3F09-46FE-8394-4A8F132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336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루프·상태·예외·데이터</a:t>
            </a:r>
          </a:p>
        </p:txBody>
      </p:sp>
      <p:sp>
        <p:nvSpPr>
          <p:cNvPr id="8" name="cell-1-2">
            <a:extLst xmlns:a="http://schemas.openxmlformats.org/drawingml/2006/main">
              <a:ext uri="{FF2B5EF4-FFF2-40B4-BE49-F238E27FC236}">
                <a16:creationId xmlns:a16="http://schemas.microsoft.com/office/drawing/2014/main" id="{4CC69FAA-C956-4263-B501-BD064002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3360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상태표</a:t>
            </a:r>
          </a:p>
        </p:txBody>
      </p:sp>
      <p:sp>
        <p:nvSpPr>
          <p:cNvPr id="9" name="cell-2-0">
            <a:extLst xmlns:a="http://schemas.openxmlformats.org/drawingml/2006/main">
              <a:ext uri="{FF2B5EF4-FFF2-40B4-BE49-F238E27FC236}">
                <a16:creationId xmlns:a16="http://schemas.microsoft.com/office/drawing/2014/main" id="{66987612-F3C8-42C7-8463-4F644B78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384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5-8주</a:t>
            </a:r>
          </a:p>
        </p:txBody>
      </p:sp>
      <p:sp>
        <p:nvSpPr>
          <p:cNvPr id="10" name="cell-2-1">
            <a:extLst xmlns:a="http://schemas.openxmlformats.org/drawingml/2006/main">
              <a:ext uri="{FF2B5EF4-FFF2-40B4-BE49-F238E27FC236}">
                <a16:creationId xmlns:a16="http://schemas.microsoft.com/office/drawing/2014/main" id="{051196D0-A336-4FE1-8762-12D4896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384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UI·범위·관찰·반복</a:t>
            </a:r>
          </a:p>
        </p:txBody>
      </p:sp>
      <p:sp>
        <p:nvSpPr>
          <p:cNvPr id="11" name="cell-2-2">
            <a:extLst xmlns:a="http://schemas.openxmlformats.org/drawingml/2006/main">
              <a:ext uri="{FF2B5EF4-FFF2-40B4-BE49-F238E27FC236}">
                <a16:creationId xmlns:a16="http://schemas.microsoft.com/office/drawing/2014/main" id="{A72CAD56-4C2A-417F-B3B0-89F61CA6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3845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결정 추적</a:t>
            </a:r>
          </a:p>
        </p:txBody>
      </p:sp>
      <p:sp>
        <p:nvSpPr>
          <p:cNvPr id="12" name="cell-3-0">
            <a:extLst xmlns:a="http://schemas.openxmlformats.org/drawingml/2006/main">
              <a:ext uri="{FF2B5EF4-FFF2-40B4-BE49-F238E27FC236}">
                <a16:creationId xmlns:a16="http://schemas.microsoft.com/office/drawing/2014/main" id="{3275F01F-CBC0-4560-9AB4-CD5F77AD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433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9-12주</a:t>
            </a:r>
          </a:p>
        </p:txBody>
      </p:sp>
      <p:sp>
        <p:nvSpPr>
          <p:cNvPr id="13" name="cell-3-1">
            <a:extLst xmlns:a="http://schemas.openxmlformats.org/drawingml/2006/main">
              <a:ext uri="{FF2B5EF4-FFF2-40B4-BE49-F238E27FC236}">
                <a16:creationId xmlns:a16="http://schemas.microsoft.com/office/drawing/2014/main" id="{01DECD9E-2BD3-46D5-AE74-E81EBBAE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43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대안·핸드오프·포트폴리오·회고</a:t>
            </a:r>
          </a:p>
        </p:txBody>
      </p:sp>
      <p:sp>
        <p:nvSpPr>
          <p:cNvPr id="14" name="cell-3-2">
            <a:extLst xmlns:a="http://schemas.openxmlformats.org/drawingml/2006/main">
              <a:ext uri="{FF2B5EF4-FFF2-40B4-BE49-F238E27FC236}">
                <a16:creationId xmlns:a16="http://schemas.microsoft.com/office/drawing/2014/main" id="{3E8EFAF8-348F-46AA-988B-819E25F0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4330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제한된 산출물</a:t>
            </a:r>
          </a:p>
        </p:txBody>
      </p:sp>
    </p:spTree>
    <p:extLst>
      <p:ext uri="{BB962C8B-B14F-4D97-AF65-F5344CB8AC3E}">
        <p14:creationId xmlns:p14="http://schemas.microsoft.com/office/powerpoint/2010/main" val="5912117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5">
            <a:extLst xmlns:a="http://schemas.openxmlformats.org/drawingml/2006/main">
              <a:ext uri="{FF2B5EF4-FFF2-40B4-BE49-F238E27FC236}">
                <a16:creationId xmlns:a16="http://schemas.microsoft.com/office/drawing/2014/main" id="{34A3AAE0-9E8A-4721-975C-07972E6B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작게 시작하는 제약</a:t>
            </a:r>
          </a:p>
        </p:txBody>
      </p:sp>
      <p:sp>
        <p:nvSpPr>
          <p:cNvPr id="2" name="number-5">
            <a:extLst xmlns:a="http://schemas.openxmlformats.org/drawingml/2006/main">
              <a:ext uri="{FF2B5EF4-FFF2-40B4-BE49-F238E27FC236}">
                <a16:creationId xmlns:a16="http://schemas.microsoft.com/office/drawing/2014/main" id="{E62368BD-3575-4005-9196-5F369B67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3" name="stat-panel-0">
            <a:extLst xmlns:a="http://schemas.openxmlformats.org/drawingml/2006/main">
              <a:ext uri="{FF2B5EF4-FFF2-40B4-BE49-F238E27FC236}">
                <a16:creationId xmlns:a16="http://schemas.microsoft.com/office/drawing/2014/main" id="{7FB5ABD2-29A6-4B87-9991-B69A353D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at-0">
            <a:extLst xmlns:a="http://schemas.openxmlformats.org/drawingml/2006/main">
              <a:ext uri="{FF2B5EF4-FFF2-40B4-BE49-F238E27FC236}">
                <a16:creationId xmlns:a16="http://schemas.microsoft.com/office/drawing/2014/main" id="{53E7D76B-63D5-4116-9AD4-94CEBA3C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</a:t>
            </a:r>
          </a:p>
        </p:txBody>
      </p:sp>
      <p:sp>
        <p:nvSpPr>
          <p:cNvPr id="5" name="stat-caption-0">
            <a:extLst xmlns:a="http://schemas.openxmlformats.org/drawingml/2006/main">
              <a:ext uri="{FF2B5EF4-FFF2-40B4-BE49-F238E27FC236}">
                <a16:creationId xmlns:a16="http://schemas.microsoft.com/office/drawing/2014/main" id="{A8E1EB90-6340-4558-8F5C-1B6C3ABA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기간</a:t>
            </a:r>
          </a:p>
        </p:txBody>
      </p:sp>
      <p:sp>
        <p:nvSpPr>
          <p:cNvPr id="6" name="stat-panel-1">
            <a:extLst xmlns:a="http://schemas.openxmlformats.org/drawingml/2006/main">
              <a:ext uri="{FF2B5EF4-FFF2-40B4-BE49-F238E27FC236}">
                <a16:creationId xmlns:a16="http://schemas.microsoft.com/office/drawing/2014/main" id="{8B0435B6-D179-430F-8839-5C1E0698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66F43029-E234-4D06-A4B1-F21D7379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8시간</a:t>
            </a:r>
          </a:p>
        </p:txBody>
      </p:sp>
      <p:sp>
        <p:nvSpPr>
          <p:cNvPr id="8" name="stat-caption-1">
            <a:extLst xmlns:a="http://schemas.openxmlformats.org/drawingml/2006/main">
              <a:ext uri="{FF2B5EF4-FFF2-40B4-BE49-F238E27FC236}">
                <a16:creationId xmlns:a16="http://schemas.microsoft.com/office/drawing/2014/main" id="{93F57D78-7AA2-4EB1-BA3F-BDB22D06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주당 가용 시간</a:t>
            </a:r>
          </a:p>
        </p:txBody>
      </p:sp>
      <p:sp>
        <p:nvSpPr>
          <p:cNvPr id="9" name="stat-panel-2">
            <a:extLst xmlns:a="http://schemas.openxmlformats.org/drawingml/2006/main">
              <a:ext uri="{FF2B5EF4-FFF2-40B4-BE49-F238E27FC236}">
                <a16:creationId xmlns:a16="http://schemas.microsoft.com/office/drawing/2014/main" id="{55553400-1989-4927-B2EB-D1D8F728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2">
            <a:extLst xmlns:a="http://schemas.openxmlformats.org/drawingml/2006/main">
              <a:ext uri="{FF2B5EF4-FFF2-40B4-BE49-F238E27FC236}">
                <a16:creationId xmlns:a16="http://schemas.microsoft.com/office/drawing/2014/main" id="{CD05045F-6667-4C25-AA9D-BC562E4A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2개</a:t>
            </a:r>
          </a:p>
        </p:txBody>
      </p:sp>
      <p:sp>
        <p:nvSpPr>
          <p:cNvPr id="11" name="stat-caption-2">
            <a:extLst xmlns:a="http://schemas.openxmlformats.org/drawingml/2006/main">
              <a:ext uri="{FF2B5EF4-FFF2-40B4-BE49-F238E27FC236}">
                <a16:creationId xmlns:a16="http://schemas.microsoft.com/office/drawing/2014/main" id="{04383100-D036-41F4-BE96-7086DA22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역할 후보</a:t>
            </a:r>
          </a:p>
        </p:txBody>
      </p:sp>
    </p:spTree>
    <p:extLst>
      <p:ext uri="{BB962C8B-B14F-4D97-AF65-F5344CB8AC3E}">
        <p14:creationId xmlns:p14="http://schemas.microsoft.com/office/powerpoint/2010/main" val="7611930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6">
            <a:extLst xmlns:a="http://schemas.openxmlformats.org/drawingml/2006/main">
              <a:ext uri="{FF2B5EF4-FFF2-40B4-BE49-F238E27FC236}">
                <a16:creationId xmlns:a16="http://schemas.microsoft.com/office/drawing/2014/main" id="{68DF847C-CE0E-4965-9294-423F2FB3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첫 포트폴리오 브리프</a:t>
            </a:r>
          </a:p>
        </p:txBody>
      </p:sp>
      <p:sp>
        <p:nvSpPr>
          <p:cNvPr id="2" name="number-6">
            <a:extLst xmlns:a="http://schemas.openxmlformats.org/drawingml/2006/main">
              <a:ext uri="{FF2B5EF4-FFF2-40B4-BE49-F238E27FC236}">
                <a16:creationId xmlns:a16="http://schemas.microsoft.com/office/drawing/2014/main" id="{32ABBBBA-730A-4895-8B83-E2C0C526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3" name="step-num-0">
            <a:extLst xmlns:a="http://schemas.openxmlformats.org/drawingml/2006/main">
              <a:ext uri="{FF2B5EF4-FFF2-40B4-BE49-F238E27FC236}">
                <a16:creationId xmlns:a16="http://schemas.microsoft.com/office/drawing/2014/main" id="{6C189C4F-79BC-4D95-95C5-CCC6C5AF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97656E5F-32F7-4610-9705-E5C9702A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192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한 자원과 회복 상태 정의</a:t>
            </a:r>
          </a:p>
        </p:txBody>
      </p:sp>
      <p:sp>
        <p:nvSpPr>
          <p:cNvPr id="5" name="step-num-1">
            <a:extLst xmlns:a="http://schemas.openxmlformats.org/drawingml/2006/main">
              <a:ext uri="{FF2B5EF4-FFF2-40B4-BE49-F238E27FC236}">
                <a16:creationId xmlns:a16="http://schemas.microsoft.com/office/drawing/2014/main" id="{F4D36D1D-C1DE-4346-8AAA-0B784529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6701065E-F770-4F28-9E17-5F81ECF5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자동·사용자 유발 회복 비교</a:t>
            </a:r>
          </a:p>
        </p:txBody>
      </p:sp>
      <p:sp>
        <p:nvSpPr>
          <p:cNvPr id="7" name="step-num-2">
            <a:extLst xmlns:a="http://schemas.openxmlformats.org/drawingml/2006/main">
              <a:ext uri="{FF2B5EF4-FFF2-40B4-BE49-F238E27FC236}">
                <a16:creationId xmlns:a16="http://schemas.microsoft.com/office/drawing/2014/main" id="{CEAFFDC1-376E-4D2A-B550-B2BB62D8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A0531FF2-72CD-4659-8DE0-3A4D1A02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상태표와 3회 관찰로 검증</a:t>
            </a:r>
          </a:p>
        </p:txBody>
      </p:sp>
      <p:sp>
        <p:nvSpPr>
          <p:cNvPr id="9" name="result-status">
            <a:extLst xmlns:a="http://schemas.openxmlformats.org/drawingml/2006/main">
              <a:ext uri="{FF2B5EF4-FFF2-40B4-BE49-F238E27FC236}">
                <a16:creationId xmlns:a16="http://schemas.microsoft.com/office/drawing/2014/main" id="{6F02BDB2-4CBB-46B7-82AE-92E7C0E2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673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결과는 증거 대기: 세션 전 성과를 주장하지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7688142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2026-08-11T17:43:22.5730000Z</dcterms:created>
  <dcterms:modified xsi:type="dcterms:W3CDTF">2026-08-11T17:43:22.5730000Z</dcterms:modified>
</coreProperties>
</file>