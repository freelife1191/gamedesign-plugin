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8b75fc729c4d12" /><Relationship Type="http://schemas.openxmlformats.org/officeDocument/2006/relationships/extended-properties" Target="/docProps/app.xml" Id="R08b68d0005114ab6" /><Relationship Type="http://schemas.openxmlformats.org/officeDocument/2006/relationships/officeDocument" Target="/ppt/presentation.xml" Id="R391347a5797d42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4d2a92b56547c4"/>
  </p:sldMasterIdLst>
  <p:notesMasterIdLst>
    <p:notesMasterId xmlns:r="http://schemas.openxmlformats.org/officeDocument/2006/relationships" r:id="Rc8daef980f2f4d56"/>
  </p:notesMasterIdLst>
  <p:sldIdLst>
    <p:sldId xmlns:r="http://schemas.openxmlformats.org/officeDocument/2006/relationships" id="256" r:id="Rf6382d2a775a4ef7"/>
    <p:sldId xmlns:r="http://schemas.openxmlformats.org/officeDocument/2006/relationships" id="257" r:id="Re0e45f106fa94b56"/>
    <p:sldId xmlns:r="http://schemas.openxmlformats.org/officeDocument/2006/relationships" id="258" r:id="Rcce85fe153144e89"/>
    <p:sldId xmlns:r="http://schemas.openxmlformats.org/officeDocument/2006/relationships" id="259" r:id="Rf092ac4782ad4965"/>
    <p:sldId xmlns:r="http://schemas.openxmlformats.org/officeDocument/2006/relationships" id="260" r:id="Rb3e576730eb7473d"/>
    <p:sldId xmlns:r="http://schemas.openxmlformats.org/officeDocument/2006/relationships" id="261" r:id="R2c3cdc6f5708446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fadfd00218475e" /><Relationship Type="http://schemas.openxmlformats.org/officeDocument/2006/relationships/slideMaster" Target="/ppt/slideMasters/slideMaster1.xml" Id="Rdd4d2a92b56547c4" /><Relationship Type="http://schemas.openxmlformats.org/officeDocument/2006/relationships/notesMaster" Target="/ppt/notesMasters/notesMaster1.xml" Id="Rc8daef980f2f4d56" /><Relationship Type="http://schemas.openxmlformats.org/officeDocument/2006/relationships/presProps" Target="/ppt/presProps.xml" Id="R10eb7f25948343af" /><Relationship Type="http://schemas.openxmlformats.org/officeDocument/2006/relationships/tableStyles" Target="/ppt/tableStyles.xml" Id="R68cd1d510af44b2e" /><Relationship Type="http://schemas.openxmlformats.org/officeDocument/2006/relationships/slide" Target="/ppt/slides/slide1.xml" Id="Rf6382d2a775a4ef7" /><Relationship Type="http://schemas.openxmlformats.org/officeDocument/2006/relationships/slide" Target="/ppt/slides/slide2.xml" Id="Re0e45f106fa94b56" /><Relationship Type="http://schemas.openxmlformats.org/officeDocument/2006/relationships/slide" Target="/ppt/slides/slide3.xml" Id="Rcce85fe153144e89" /><Relationship Type="http://schemas.openxmlformats.org/officeDocument/2006/relationships/slide" Target="/ppt/slides/slide4.xml" Id="Rf092ac4782ad4965" /><Relationship Type="http://schemas.openxmlformats.org/officeDocument/2006/relationships/slide" Target="/ppt/slides/slide5.xml" Id="Rb3e576730eb7473d" /><Relationship Type="http://schemas.openxmlformats.org/officeDocument/2006/relationships/slide" Target="/ppt/slides/slide6.xml" Id="R2c3cdc6f570844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a074f666aa41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1e6f2b087b48f9" /><Relationship Type="http://schemas.openxmlformats.org/officeDocument/2006/relationships/notesMaster" Target="/ppt/notesMasters/notesMaster1.xml" Id="R8b305f25a35a4d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8da44363154322" /><Relationship Type="http://schemas.openxmlformats.org/officeDocument/2006/relationships/notesMaster" Target="/ppt/notesMasters/notesMaster1.xml" Id="R18555f33096749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9c831cff8f741b3" /><Relationship Type="http://schemas.openxmlformats.org/officeDocument/2006/relationships/notesMaster" Target="/ppt/notesMasters/notesMaster1.xml" Id="R4f42fb93572643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5c31137a8a64b4c" /><Relationship Type="http://schemas.openxmlformats.org/officeDocument/2006/relationships/notesMaster" Target="/ppt/notesMasters/notesMaster1.xml" Id="R667da5d771cf45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a502326a76c4eec" /><Relationship Type="http://schemas.openxmlformats.org/officeDocument/2006/relationships/notesMaster" Target="/ppt/notesMasters/notesMaster1.xml" Id="R77edd38fb4d947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6f6dd0286a4c9e" /><Relationship Type="http://schemas.openxmlformats.org/officeDocument/2006/relationships/notesMaster" Target="/ppt/notesMasters/notesMaster1.xml" Id="Rb87a9375738b48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request.json#/availableHoursPerWeek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result.json#/roleCandidates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result.json#/evidenceGaps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result.json#/weeks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request.json#/availableHoursPerWeek</a:t>
            </a:r>
          </a:p>
          <a:p xmlns:a="http://schemas.openxmlformats.org/drawingml/2006/main">
            <a:r>
              <a:t>- result.json#/roleCandidates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result.json#/firstPortfolioBrief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29e8c30457425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85d5b90d0f4bca" /><Relationship Type="http://schemas.openxmlformats.org/officeDocument/2006/relationships/slideLayout" Target="/ppt/slideLayouts/slideLayout1.xml" Id="R5ba5730672c74d8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a5730672c74d8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3ada7d6784daa" /><Relationship Type="http://schemas.openxmlformats.org/officeDocument/2006/relationships/notesSlide" Target="/ppt/notesSlides/notesSlide1.xml" Id="R51958bba0d7b4dd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8fd05087b547c0" /><Relationship Type="http://schemas.openxmlformats.org/officeDocument/2006/relationships/notesSlide" Target="/ppt/notesSlides/notesSlide2.xml" Id="R5575d2eab69746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e650b829654982" /><Relationship Type="http://schemas.openxmlformats.org/officeDocument/2006/relationships/notesSlide" Target="/ppt/notesSlides/notesSlide3.xml" Id="Rc6c9d55a556343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f47f868baf49bf" /><Relationship Type="http://schemas.openxmlformats.org/officeDocument/2006/relationships/notesSlide" Target="/ppt/notesSlides/notesSlide4.xml" Id="R2fa18779bac04b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2087080ed04afa" /><Relationship Type="http://schemas.openxmlformats.org/officeDocument/2006/relationships/notesSlide" Target="/ppt/notesSlides/notesSlide5.xml" Id="Rac5fa4f91dd04c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4a0484a042484a" /><Relationship Type="http://schemas.openxmlformats.org/officeDocument/2006/relationships/notesSlide" Target="/ppt/notesSlides/notesSlide6.xml" Id="Rf60ffb342c4a433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FCE9152B-EB0A-4896-973C-750E4946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4350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120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GAME DESIGN · EVIDENCE BRIEF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15FCC00-BB1C-48EF-83D4-2C0794E0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0"/>
            <a:ext cx="7239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입문 게임 디자이너</a:t>
            </a:r>
          </a:p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12주 로드맵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530B0DA-7F01-4E0C-9EA6-48426B08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80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주 8시간 · 작은 솔로 프로토타입</a:t>
            </a:r>
          </a:p>
        </p:txBody>
      </p:sp>
      <p:sp>
        <p:nvSpPr>
          <p:cNvPr id="4" name="cover-panel">
            <a:extLst xmlns:a="http://schemas.openxmlformats.org/drawingml/2006/main">
              <a:ext uri="{FF2B5EF4-FFF2-40B4-BE49-F238E27FC236}">
                <a16:creationId xmlns:a16="http://schemas.microsoft.com/office/drawing/2014/main" id="{99CE7C0C-360B-4A80-BEFF-B5D6E597A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14350"/>
            <a:ext cx="3143250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cover-mark">
            <a:extLst xmlns:a="http://schemas.openxmlformats.org/drawingml/2006/main">
              <a:ext uri="{FF2B5EF4-FFF2-40B4-BE49-F238E27FC236}">
                <a16:creationId xmlns:a16="http://schemas.microsoft.com/office/drawing/2014/main" id="{F00472AD-560D-482E-847B-D832591A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257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825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12</a:t>
            </a:r>
          </a:p>
        </p:txBody>
      </p:sp>
      <p:sp>
        <p:nvSpPr>
          <p:cNvPr id="6" name="cover-caption">
            <a:extLst xmlns:a="http://schemas.openxmlformats.org/drawingml/2006/main">
              <a:ext uri="{FF2B5EF4-FFF2-40B4-BE49-F238E27FC236}">
                <a16:creationId xmlns:a16="http://schemas.microsoft.com/office/drawing/2014/main" id="{2A128BEF-D6CF-4351-ADD9-54797E9D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385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주</a:t>
            </a:r>
          </a:p>
        </p:txBody>
      </p:sp>
    </p:spTree>
    <p:extLst>
      <p:ext uri="{BB962C8B-B14F-4D97-AF65-F5344CB8AC3E}">
        <p14:creationId xmlns:p14="http://schemas.microsoft.com/office/powerpoint/2010/main" val="15183448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2">
            <a:extLst xmlns:a="http://schemas.openxmlformats.org/drawingml/2006/main">
              <a:ext uri="{FF2B5EF4-FFF2-40B4-BE49-F238E27FC236}">
                <a16:creationId xmlns:a16="http://schemas.microsoft.com/office/drawing/2014/main" id="{F52121A7-D5F5-4CA6-950A-7324A9B3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두 역할 후보를 증거로 비교한다</a:t>
            </a:r>
          </a:p>
        </p:txBody>
      </p:sp>
      <p:sp>
        <p:nvSpPr>
          <p:cNvPr id="2" name="number-2">
            <a:extLst xmlns:a="http://schemas.openxmlformats.org/drawingml/2006/main">
              <a:ext uri="{FF2B5EF4-FFF2-40B4-BE49-F238E27FC236}">
                <a16:creationId xmlns:a16="http://schemas.microsoft.com/office/drawing/2014/main" id="{2E57B199-404A-405D-AF14-0AC3BA19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2</a:t>
            </a:r>
          </a:p>
        </p:txBody>
      </p:sp>
      <p:sp>
        <p:nvSpPr>
          <p:cNvPr id="3" name="half-body">
            <a:extLst xmlns:a="http://schemas.openxmlformats.org/drawingml/2006/main">
              <a:ext uri="{FF2B5EF4-FFF2-40B4-BE49-F238E27FC236}">
                <a16:creationId xmlns:a16="http://schemas.microsoft.com/office/drawing/2014/main" id="{475B5AF3-E713-47F6-867C-59A00FA2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38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시스템 디자인은 규칙·예외·데이터·플레이테스트 증거가 필요하다. 콘텐츠 디자인은 반복 구조·페이싱·제작 핸드오프가 필요하다.</a:t>
            </a:r>
          </a:p>
        </p:txBody>
      </p:sp>
      <p:sp>
        <p:nvSpPr>
          <p:cNvPr id="4" name="half-visual">
            <a:extLst xmlns:a="http://schemas.openxmlformats.org/drawingml/2006/main">
              <a:ext uri="{FF2B5EF4-FFF2-40B4-BE49-F238E27FC236}">
                <a16:creationId xmlns:a16="http://schemas.microsoft.com/office/drawing/2014/main" id="{8AA94C4D-4238-4551-85DA-5A6D16DF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81125"/>
            <a:ext cx="5505450" cy="457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half-signal">
            <a:extLst xmlns:a="http://schemas.openxmlformats.org/drawingml/2006/main">
              <a:ext uri="{FF2B5EF4-FFF2-40B4-BE49-F238E27FC236}">
                <a16:creationId xmlns:a16="http://schemas.microsoft.com/office/drawing/2014/main" id="{BEFE9C8D-4683-4A53-993D-87E489B80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24100"/>
            <a:ext cx="4381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55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555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2</a:t>
            </a:r>
          </a:p>
        </p:txBody>
      </p:sp>
      <p:sp>
        <p:nvSpPr>
          <p:cNvPr id="6" name="half-caption">
            <a:extLst xmlns:a="http://schemas.openxmlformats.org/drawingml/2006/main">
              <a:ext uri="{FF2B5EF4-FFF2-40B4-BE49-F238E27FC236}">
                <a16:creationId xmlns:a16="http://schemas.microsoft.com/office/drawing/2014/main" id="{0241D644-0A69-4168-B1DD-AB3A53D40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10000"/>
            <a:ext cx="438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역할 후보</a:t>
            </a:r>
          </a:p>
        </p:txBody>
      </p:sp>
    </p:spTree>
    <p:extLst>
      <p:ext uri="{BB962C8B-B14F-4D97-AF65-F5344CB8AC3E}">
        <p14:creationId xmlns:p14="http://schemas.microsoft.com/office/powerpoint/2010/main" val="13510436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3">
            <a:extLst xmlns:a="http://schemas.openxmlformats.org/drawingml/2006/main">
              <a:ext uri="{FF2B5EF4-FFF2-40B4-BE49-F238E27FC236}">
                <a16:creationId xmlns:a16="http://schemas.microsoft.com/office/drawing/2014/main" id="{6D32C545-596D-4D1A-93DD-1FB3DE5D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공백에서 증거로</a:t>
            </a:r>
          </a:p>
        </p:txBody>
      </p:sp>
      <p:sp>
        <p:nvSpPr>
          <p:cNvPr id="2" name="number-3">
            <a:extLst xmlns:a="http://schemas.openxmlformats.org/drawingml/2006/main">
              <a:ext uri="{FF2B5EF4-FFF2-40B4-BE49-F238E27FC236}">
                <a16:creationId xmlns:a16="http://schemas.microsoft.com/office/drawing/2014/main" id="{BCAD99B7-A759-4006-8C3D-1F188F57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3</a:t>
            </a:r>
          </a:p>
        </p:txBody>
      </p:sp>
      <p:sp>
        <p:nvSpPr>
          <p:cNvPr id="3" name="connector-1">
            <a:extLst xmlns:a="http://schemas.openxmlformats.org/drawingml/2006/main">
              <a:ext uri="{FF2B5EF4-FFF2-40B4-BE49-F238E27FC236}">
                <a16:creationId xmlns:a16="http://schemas.microsoft.com/office/drawing/2014/main" id="{9DE9C668-07FC-4447-81DD-B0508541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623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nnector-2">
            <a:extLst xmlns:a="http://schemas.openxmlformats.org/drawingml/2006/main">
              <a:ext uri="{FF2B5EF4-FFF2-40B4-BE49-F238E27FC236}">
                <a16:creationId xmlns:a16="http://schemas.microsoft.com/office/drawing/2014/main" id="{54402646-ABD8-496C-81C2-7B740643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623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ode-1">
            <a:extLst xmlns:a="http://schemas.openxmlformats.org/drawingml/2006/main">
              <a:ext uri="{FF2B5EF4-FFF2-40B4-BE49-F238E27FC236}">
                <a16:creationId xmlns:a16="http://schemas.microsoft.com/office/drawing/2014/main" id="{0C622E16-C8B5-48ED-A71F-E454086C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규칙·예외 공백</a:t>
            </a:r>
          </a:p>
        </p:txBody>
      </p:sp>
      <p:sp>
        <p:nvSpPr>
          <p:cNvPr id="6" name="node-2">
            <a:extLst xmlns:a="http://schemas.openxmlformats.org/drawingml/2006/main">
              <a:ext uri="{FF2B5EF4-FFF2-40B4-BE49-F238E27FC236}">
                <a16:creationId xmlns:a16="http://schemas.microsoft.com/office/drawing/2014/main" id="{CD8733FA-A8A2-495C-9739-DF8A665A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38125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주간 연습</a:t>
            </a:r>
          </a:p>
        </p:txBody>
      </p:sp>
      <p:sp>
        <p:nvSpPr>
          <p:cNvPr id="7" name="node-3">
            <a:extLst xmlns:a="http://schemas.openxmlformats.org/drawingml/2006/main">
              <a:ext uri="{FF2B5EF4-FFF2-40B4-BE49-F238E27FC236}">
                <a16:creationId xmlns:a16="http://schemas.microsoft.com/office/drawing/2014/main" id="{7E6F51C6-C2F7-4651-989E-01563FF9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규칙 시트</a:t>
            </a:r>
          </a:p>
        </p:txBody>
      </p:sp>
      <p:sp>
        <p:nvSpPr>
          <p:cNvPr id="8" name="diagram-footer">
            <a:extLst xmlns:a="http://schemas.openxmlformats.org/drawingml/2006/main">
              <a:ext uri="{FF2B5EF4-FFF2-40B4-BE49-F238E27FC236}">
                <a16:creationId xmlns:a16="http://schemas.microsoft.com/office/drawing/2014/main" id="{3FED12E3-136D-45AD-91A9-EA6D0A16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50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플레이테스트 학습 공백은 관찰 세션과 결정 로그로 연결한다.</a:t>
            </a:r>
          </a:p>
        </p:txBody>
      </p:sp>
    </p:spTree>
    <p:extLst>
      <p:ext uri="{BB962C8B-B14F-4D97-AF65-F5344CB8AC3E}">
        <p14:creationId xmlns:p14="http://schemas.microsoft.com/office/powerpoint/2010/main" val="13476561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4">
            <a:extLst xmlns:a="http://schemas.openxmlformats.org/drawingml/2006/main">
              <a:ext uri="{FF2B5EF4-FFF2-40B4-BE49-F238E27FC236}">
                <a16:creationId xmlns:a16="http://schemas.microsoft.com/office/drawing/2014/main" id="{ED507418-2AA0-455C-BE02-ACEEA1FEA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12주 실행 리듬</a:t>
            </a:r>
          </a:p>
        </p:txBody>
      </p:sp>
      <p:sp>
        <p:nvSpPr>
          <p:cNvPr id="2" name="number-4">
            <a:extLst xmlns:a="http://schemas.openxmlformats.org/drawingml/2006/main">
              <a:ext uri="{FF2B5EF4-FFF2-40B4-BE49-F238E27FC236}">
                <a16:creationId xmlns:a16="http://schemas.microsoft.com/office/drawing/2014/main" id="{49603FF9-A0CB-4926-8F77-424AB69B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4</a:t>
            </a:r>
          </a:p>
        </p:txBody>
      </p:sp>
      <p:sp>
        <p:nvSpPr>
          <p:cNvPr id="3" name="cell-0-0">
            <a:extLst xmlns:a="http://schemas.openxmlformats.org/drawingml/2006/main">
              <a:ext uri="{FF2B5EF4-FFF2-40B4-BE49-F238E27FC236}">
                <a16:creationId xmlns:a16="http://schemas.microsoft.com/office/drawing/2014/main" id="{91BCB5EF-81A0-44ED-A8F5-7D7EDB71C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2875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구간</a:t>
            </a:r>
          </a:p>
        </p:txBody>
      </p:sp>
      <p:sp>
        <p:nvSpPr>
          <p:cNvPr id="4" name="cell-0-1">
            <a:extLst xmlns:a="http://schemas.openxmlformats.org/drawingml/2006/main">
              <a:ext uri="{FF2B5EF4-FFF2-40B4-BE49-F238E27FC236}">
                <a16:creationId xmlns:a16="http://schemas.microsoft.com/office/drawing/2014/main" id="{856F75FD-0271-4301-8C23-B486F146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4287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학습 초점</a:t>
            </a:r>
          </a:p>
        </p:txBody>
      </p:sp>
      <p:sp>
        <p:nvSpPr>
          <p:cNvPr id="5" name="cell-0-2">
            <a:extLst xmlns:a="http://schemas.openxmlformats.org/drawingml/2006/main">
              <a:ext uri="{FF2B5EF4-FFF2-40B4-BE49-F238E27FC236}">
                <a16:creationId xmlns:a16="http://schemas.microsoft.com/office/drawing/2014/main" id="{B9D75F16-7DB1-491D-B0E2-0020F0F0E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428750"/>
            <a:ext cx="624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증거</a:t>
            </a:r>
          </a:p>
        </p:txBody>
      </p:sp>
      <p:sp>
        <p:nvSpPr>
          <p:cNvPr id="6" name="cell-1-0">
            <a:extLst xmlns:a="http://schemas.openxmlformats.org/drawingml/2006/main">
              <a:ext uri="{FF2B5EF4-FFF2-40B4-BE49-F238E27FC236}">
                <a16:creationId xmlns:a16="http://schemas.microsoft.com/office/drawing/2014/main" id="{EF7E5DC3-7066-41C0-BE75-608652AB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3360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1-4주</a:t>
            </a:r>
          </a:p>
        </p:txBody>
      </p:sp>
      <p:sp>
        <p:nvSpPr>
          <p:cNvPr id="7" name="cell-1-1">
            <a:extLst xmlns:a="http://schemas.openxmlformats.org/drawingml/2006/main">
              <a:ext uri="{FF2B5EF4-FFF2-40B4-BE49-F238E27FC236}">
                <a16:creationId xmlns:a16="http://schemas.microsoft.com/office/drawing/2014/main" id="{EB9408BB-262A-429A-B6C1-E72999F37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1336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루프·상태·예외·데이터</a:t>
            </a:r>
          </a:p>
        </p:txBody>
      </p:sp>
      <p:sp>
        <p:nvSpPr>
          <p:cNvPr id="8" name="cell-1-2">
            <a:extLst xmlns:a="http://schemas.openxmlformats.org/drawingml/2006/main">
              <a:ext uri="{FF2B5EF4-FFF2-40B4-BE49-F238E27FC236}">
                <a16:creationId xmlns:a16="http://schemas.microsoft.com/office/drawing/2014/main" id="{A0870F06-C46D-416C-B067-CD125197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33600"/>
            <a:ext cx="624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상태표</a:t>
            </a:r>
          </a:p>
        </p:txBody>
      </p:sp>
      <p:sp>
        <p:nvSpPr>
          <p:cNvPr id="9" name="cell-2-0">
            <a:extLst xmlns:a="http://schemas.openxmlformats.org/drawingml/2006/main">
              <a:ext uri="{FF2B5EF4-FFF2-40B4-BE49-F238E27FC236}">
                <a16:creationId xmlns:a16="http://schemas.microsoft.com/office/drawing/2014/main" id="{5DB5441D-0F7B-4307-8FF6-93B89E5A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3845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5-8주</a:t>
            </a:r>
          </a:p>
        </p:txBody>
      </p:sp>
      <p:sp>
        <p:nvSpPr>
          <p:cNvPr id="10" name="cell-2-1">
            <a:extLst xmlns:a="http://schemas.openxmlformats.org/drawingml/2006/main">
              <a:ext uri="{FF2B5EF4-FFF2-40B4-BE49-F238E27FC236}">
                <a16:creationId xmlns:a16="http://schemas.microsoft.com/office/drawing/2014/main" id="{0586ED83-68C0-4BED-BBFC-D4EBDBDF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83845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UI·범위·관찰·반복</a:t>
            </a:r>
          </a:p>
        </p:txBody>
      </p:sp>
      <p:sp>
        <p:nvSpPr>
          <p:cNvPr id="11" name="cell-2-2">
            <a:extLst xmlns:a="http://schemas.openxmlformats.org/drawingml/2006/main">
              <a:ext uri="{FF2B5EF4-FFF2-40B4-BE49-F238E27FC236}">
                <a16:creationId xmlns:a16="http://schemas.microsoft.com/office/drawing/2014/main" id="{94D028EF-60B2-4645-85BA-B72B9D0A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38450"/>
            <a:ext cx="624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결정 추적</a:t>
            </a:r>
          </a:p>
        </p:txBody>
      </p:sp>
      <p:sp>
        <p:nvSpPr>
          <p:cNvPr id="12" name="cell-3-0">
            <a:extLst xmlns:a="http://schemas.openxmlformats.org/drawingml/2006/main">
              <a:ext uri="{FF2B5EF4-FFF2-40B4-BE49-F238E27FC236}">
                <a16:creationId xmlns:a16="http://schemas.microsoft.com/office/drawing/2014/main" id="{A5F2B26B-998E-40BD-9232-BFDCEB8A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543300"/>
            <a:ext cx="1714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9-12주</a:t>
            </a:r>
          </a:p>
        </p:txBody>
      </p:sp>
      <p:sp>
        <p:nvSpPr>
          <p:cNvPr id="13" name="cell-3-1">
            <a:extLst xmlns:a="http://schemas.openxmlformats.org/drawingml/2006/main">
              <a:ext uri="{FF2B5EF4-FFF2-40B4-BE49-F238E27FC236}">
                <a16:creationId xmlns:a16="http://schemas.microsoft.com/office/drawing/2014/main" id="{9A51D8A8-B3D1-4AED-982B-3868C56C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43300"/>
            <a:ext cx="3333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대안·핸드오프·포트폴리오·회고</a:t>
            </a:r>
          </a:p>
        </p:txBody>
      </p:sp>
      <p:sp>
        <p:nvSpPr>
          <p:cNvPr id="14" name="cell-3-2">
            <a:extLst xmlns:a="http://schemas.openxmlformats.org/drawingml/2006/main">
              <a:ext uri="{FF2B5EF4-FFF2-40B4-BE49-F238E27FC236}">
                <a16:creationId xmlns:a16="http://schemas.microsoft.com/office/drawing/2014/main" id="{C55A9FB6-A923-496B-A360-5D1E7504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43300"/>
            <a:ext cx="6248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제한된 산출물</a:t>
            </a:r>
          </a:p>
        </p:txBody>
      </p:sp>
    </p:spTree>
    <p:extLst>
      <p:ext uri="{BB962C8B-B14F-4D97-AF65-F5344CB8AC3E}">
        <p14:creationId xmlns:p14="http://schemas.microsoft.com/office/powerpoint/2010/main" val="5786363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5">
            <a:extLst xmlns:a="http://schemas.openxmlformats.org/drawingml/2006/main">
              <a:ext uri="{FF2B5EF4-FFF2-40B4-BE49-F238E27FC236}">
                <a16:creationId xmlns:a16="http://schemas.microsoft.com/office/drawing/2014/main" id="{29582642-4682-4112-BA4E-FB71B546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작게 시작하는 제약</a:t>
            </a:r>
          </a:p>
        </p:txBody>
      </p:sp>
      <p:sp>
        <p:nvSpPr>
          <p:cNvPr id="2" name="number-5">
            <a:extLst xmlns:a="http://schemas.openxmlformats.org/drawingml/2006/main">
              <a:ext uri="{FF2B5EF4-FFF2-40B4-BE49-F238E27FC236}">
                <a16:creationId xmlns:a16="http://schemas.microsoft.com/office/drawing/2014/main" id="{F1C29EA5-6B19-4624-8B63-2BCB7447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5</a:t>
            </a:r>
          </a:p>
        </p:txBody>
      </p:sp>
      <p:sp>
        <p:nvSpPr>
          <p:cNvPr id="3" name="stat-panel-0">
            <a:extLst xmlns:a="http://schemas.openxmlformats.org/drawingml/2006/main">
              <a:ext uri="{FF2B5EF4-FFF2-40B4-BE49-F238E27FC236}">
                <a16:creationId xmlns:a16="http://schemas.microsoft.com/office/drawing/2014/main" id="{B51F57D1-EC9C-472D-9652-8511485C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5623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tat-0">
            <a:extLst xmlns:a="http://schemas.openxmlformats.org/drawingml/2006/main">
              <a:ext uri="{FF2B5EF4-FFF2-40B4-BE49-F238E27FC236}">
                <a16:creationId xmlns:a16="http://schemas.microsoft.com/office/drawing/2014/main" id="{43D7F894-B368-4DC3-8377-5FCB4F4B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12주</a:t>
            </a:r>
          </a:p>
        </p:txBody>
      </p:sp>
      <p:sp>
        <p:nvSpPr>
          <p:cNvPr id="5" name="stat-caption-0">
            <a:extLst xmlns:a="http://schemas.openxmlformats.org/drawingml/2006/main">
              <a:ext uri="{FF2B5EF4-FFF2-40B4-BE49-F238E27FC236}">
                <a16:creationId xmlns:a16="http://schemas.microsoft.com/office/drawing/2014/main" id="{C4BF3823-8EF8-4EC9-B928-A40442EE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기간</a:t>
            </a:r>
          </a:p>
        </p:txBody>
      </p:sp>
      <p:sp>
        <p:nvSpPr>
          <p:cNvPr id="6" name="stat-panel-1">
            <a:extLst xmlns:a="http://schemas.openxmlformats.org/drawingml/2006/main">
              <a:ext uri="{FF2B5EF4-FFF2-40B4-BE49-F238E27FC236}">
                <a16:creationId xmlns:a16="http://schemas.microsoft.com/office/drawing/2014/main" id="{8266C388-4585-4DE9-AE3A-D64F6ABFE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81250"/>
            <a:ext cx="35623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BB2D846D-B77B-4706-9B6E-EABF8521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8시간</a:t>
            </a:r>
          </a:p>
        </p:txBody>
      </p:sp>
      <p:sp>
        <p:nvSpPr>
          <p:cNvPr id="8" name="stat-caption-1">
            <a:extLst xmlns:a="http://schemas.openxmlformats.org/drawingml/2006/main">
              <a:ext uri="{FF2B5EF4-FFF2-40B4-BE49-F238E27FC236}">
                <a16:creationId xmlns:a16="http://schemas.microsoft.com/office/drawing/2014/main" id="{0184326D-F95E-486A-A7E3-5AE48507E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주당 가용 시간</a:t>
            </a:r>
          </a:p>
        </p:txBody>
      </p:sp>
      <p:sp>
        <p:nvSpPr>
          <p:cNvPr id="9" name="stat-panel-2">
            <a:extLst xmlns:a="http://schemas.openxmlformats.org/drawingml/2006/main">
              <a:ext uri="{FF2B5EF4-FFF2-40B4-BE49-F238E27FC236}">
                <a16:creationId xmlns:a16="http://schemas.microsoft.com/office/drawing/2014/main" id="{53725E6C-B959-4D52-8188-0BCC9E510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81250"/>
            <a:ext cx="35623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t-2">
            <a:extLst xmlns:a="http://schemas.openxmlformats.org/drawingml/2006/main">
              <a:ext uri="{FF2B5EF4-FFF2-40B4-BE49-F238E27FC236}">
                <a16:creationId xmlns:a16="http://schemas.microsoft.com/office/drawing/2014/main" id="{33AB42A1-2F12-46B6-99FA-49F1AF7B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2개</a:t>
            </a:r>
          </a:p>
        </p:txBody>
      </p:sp>
      <p:sp>
        <p:nvSpPr>
          <p:cNvPr id="11" name="stat-caption-2">
            <a:extLst xmlns:a="http://schemas.openxmlformats.org/drawingml/2006/main">
              <a:ext uri="{FF2B5EF4-FFF2-40B4-BE49-F238E27FC236}">
                <a16:creationId xmlns:a16="http://schemas.microsoft.com/office/drawing/2014/main" id="{2321BD0A-D80E-4453-81FA-B20752715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역할 후보</a:t>
            </a:r>
          </a:p>
        </p:txBody>
      </p:sp>
    </p:spTree>
    <p:extLst>
      <p:ext uri="{BB962C8B-B14F-4D97-AF65-F5344CB8AC3E}">
        <p14:creationId xmlns:p14="http://schemas.microsoft.com/office/powerpoint/2010/main" val="9252816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itle-6">
            <a:extLst xmlns:a="http://schemas.openxmlformats.org/drawingml/2006/main">
              <a:ext uri="{FF2B5EF4-FFF2-40B4-BE49-F238E27FC236}">
                <a16:creationId xmlns:a16="http://schemas.microsoft.com/office/drawing/2014/main" id="{59E0526F-FDC7-4B72-BE1E-54F7BE74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첫 포트폴리오 브리프</a:t>
            </a:r>
          </a:p>
        </p:txBody>
      </p:sp>
      <p:sp>
        <p:nvSpPr>
          <p:cNvPr id="2" name="number-6">
            <a:extLst xmlns:a="http://schemas.openxmlformats.org/drawingml/2006/main">
              <a:ext uri="{FF2B5EF4-FFF2-40B4-BE49-F238E27FC236}">
                <a16:creationId xmlns:a16="http://schemas.microsoft.com/office/drawing/2014/main" id="{11E3A510-B53D-4FF7-8ABB-0FCFC8CB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6</a:t>
            </a:r>
          </a:p>
        </p:txBody>
      </p:sp>
      <p:sp>
        <p:nvSpPr>
          <p:cNvPr id="3" name="step-num-0">
            <a:extLst xmlns:a="http://schemas.openxmlformats.org/drawingml/2006/main">
              <a:ext uri="{FF2B5EF4-FFF2-40B4-BE49-F238E27FC236}">
                <a16:creationId xmlns:a16="http://schemas.microsoft.com/office/drawing/2014/main" id="{7CD0E520-C475-49AE-9B94-B90625686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</a:t>
            </a:r>
          </a:p>
        </p:txBody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CB31C8A2-5CDC-470A-99FB-130B16B5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61925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한 자원과 회복 상태 정의</a:t>
            </a:r>
          </a:p>
        </p:txBody>
      </p:sp>
      <p:sp>
        <p:nvSpPr>
          <p:cNvPr id="5" name="step-num-1">
            <a:extLst xmlns:a="http://schemas.openxmlformats.org/drawingml/2006/main">
              <a:ext uri="{FF2B5EF4-FFF2-40B4-BE49-F238E27FC236}">
                <a16:creationId xmlns:a16="http://schemas.microsoft.com/office/drawing/2014/main" id="{5EBBD613-EAFE-459E-AE47-8B318123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2</a:t>
            </a:r>
          </a:p>
        </p:txBody>
      </p:sp>
      <p:sp>
        <p:nvSpPr>
          <p:cNvPr id="6" name="step-1">
            <a:extLst xmlns:a="http://schemas.openxmlformats.org/drawingml/2006/main">
              <a:ext uri="{FF2B5EF4-FFF2-40B4-BE49-F238E27FC236}">
                <a16:creationId xmlns:a16="http://schemas.microsoft.com/office/drawing/2014/main" id="{F7694CA0-F53C-4575-8DEA-E731607C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자동·사용자 유발 회복 비교</a:t>
            </a:r>
          </a:p>
        </p:txBody>
      </p:sp>
      <p:sp>
        <p:nvSpPr>
          <p:cNvPr id="7" name="step-num-2">
            <a:extLst xmlns:a="http://schemas.openxmlformats.org/drawingml/2006/main">
              <a:ext uri="{FF2B5EF4-FFF2-40B4-BE49-F238E27FC236}">
                <a16:creationId xmlns:a16="http://schemas.microsoft.com/office/drawing/2014/main" id="{DC047474-8D01-4B24-9F05-EEFD3AED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6477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3</a:t>
            </a:r>
          </a:p>
        </p:txBody>
      </p:sp>
      <p:sp>
        <p:nvSpPr>
          <p:cNvPr id="8" name="step-2">
            <a:extLst xmlns:a="http://schemas.openxmlformats.org/drawingml/2006/main">
              <a:ext uri="{FF2B5EF4-FFF2-40B4-BE49-F238E27FC236}">
                <a16:creationId xmlns:a16="http://schemas.microsoft.com/office/drawing/2014/main" id="{D37EE0D6-32B9-4CCC-B013-C7434950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09575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상태표와 3회 관찰로 검증</a:t>
            </a:r>
          </a:p>
        </p:txBody>
      </p:sp>
      <p:sp>
        <p:nvSpPr>
          <p:cNvPr id="9" name="result-status">
            <a:extLst xmlns:a="http://schemas.openxmlformats.org/drawingml/2006/main">
              <a:ext uri="{FF2B5EF4-FFF2-40B4-BE49-F238E27FC236}">
                <a16:creationId xmlns:a16="http://schemas.microsoft.com/office/drawing/2014/main" id="{18F89460-06A2-459B-89AD-FD94886E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4673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결과는 증거 대기: 세션 전 성과를 주장하지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9457223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2026-08-05T05:06:31.2700000Z</dcterms:created>
  <dcterms:modified xsi:type="dcterms:W3CDTF">2026-08-05T05:06:31.2700000Z</dcterms:modified>
</coreProperties>
</file>